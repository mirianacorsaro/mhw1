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4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27/03/2021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 dirty="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Miriana Corsaro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o46002287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27/03/2021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711" y="511388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Per il mio progetto di Web Programming, ho supposto di modellare la pagina di un negozio di animali, che si occupa: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000" dirty="0"/>
              <a:t>Della vendita di svariati prodotti (distinti in accessori e alimenti);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000" dirty="0"/>
              <a:t> Dell’adozione di alcuni animali da parte di un utente;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000" dirty="0"/>
              <a:t>Dell’iscrizione ad addestramenti specifici per alcuni animali;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sz="2000" dirty="0"/>
              <a:t>Di visualizzare consigli, offerte e news in home page.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E3554-1D0A-4FE7-968B-21CF8C90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21" y="948243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Menu navigazione 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+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Header </a:t>
            </a:r>
          </a:p>
        </p:txBody>
      </p:sp>
      <p:pic>
        <p:nvPicPr>
          <p:cNvPr id="94" name="Immagine 93" descr="Immagine che contiene testo, gatto, diverso, mammifero&#10;&#10;Descrizione generata automaticamente">
            <a:extLst>
              <a:ext uri="{FF2B5EF4-FFF2-40B4-BE49-F238E27FC236}">
                <a16:creationId xmlns:a16="http://schemas.microsoft.com/office/drawing/2014/main" id="{CDA958AF-FD29-49F0-81B9-14BDE4DC24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" r="1"/>
          <a:stretch/>
        </p:blipFill>
        <p:spPr>
          <a:xfrm>
            <a:off x="4037826" y="1528041"/>
            <a:ext cx="8100567" cy="380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Sezione contenuti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4C9584BD-58D5-4ADD-9790-841E1C658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810" y="220041"/>
            <a:ext cx="6864184" cy="3107359"/>
          </a:xfrm>
          <a:prstGeom prst="rect">
            <a:avLst/>
          </a:prstGeom>
        </p:spPr>
      </p:pic>
      <p:pic>
        <p:nvPicPr>
          <p:cNvPr id="65" name="Immagine 64" descr="Immagine che contiene testo&#10;&#10;Descrizione generata automaticamente">
            <a:extLst>
              <a:ext uri="{FF2B5EF4-FFF2-40B4-BE49-F238E27FC236}">
                <a16:creationId xmlns:a16="http://schemas.microsoft.com/office/drawing/2014/main" id="{E369F85D-7082-4FE8-AC5C-E7C6CBEF2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7" y="3357323"/>
            <a:ext cx="7070419" cy="328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Sezione contenuti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16C71348-B389-4C96-B735-1E11D3A4E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060" y="149878"/>
            <a:ext cx="6270820" cy="3055719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591D4A0F-5090-475C-97DE-7B60E967D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364" y="3503388"/>
            <a:ext cx="6734504" cy="320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5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8E2689D8-AB25-405B-9AB2-836F38CB2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424" y="1453919"/>
            <a:ext cx="7776216" cy="36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85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MHW1</vt:lpstr>
      <vt:lpstr>Descrizione del progetto</vt:lpstr>
      <vt:lpstr>Menu navigazione  + Header </vt:lpstr>
      <vt:lpstr>Sezione contenuti</vt:lpstr>
      <vt:lpstr>Sezione contenuti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Miriana Corsaro</cp:lastModifiedBy>
  <cp:revision>19</cp:revision>
  <dcterms:created xsi:type="dcterms:W3CDTF">2021-03-24T16:57:46Z</dcterms:created>
  <dcterms:modified xsi:type="dcterms:W3CDTF">2021-03-27T12:35:14Z</dcterms:modified>
</cp:coreProperties>
</file>